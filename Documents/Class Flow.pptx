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119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ip chakraborty" userId="8930b58911de15c6" providerId="LiveId" clId="{617ADE61-DEC4-43C6-BA53-AB8532397DC4}"/>
    <pc:docChg chg="modSld">
      <pc:chgData name="sudip chakraborty" userId="8930b58911de15c6" providerId="LiveId" clId="{617ADE61-DEC4-43C6-BA53-AB8532397DC4}" dt="2026-04-08T12:09:05.306" v="14" actId="11529"/>
      <pc:docMkLst>
        <pc:docMk/>
      </pc:docMkLst>
      <pc:sldChg chg="addSp modSp mod">
        <pc:chgData name="sudip chakraborty" userId="8930b58911de15c6" providerId="LiveId" clId="{617ADE61-DEC4-43C6-BA53-AB8532397DC4}" dt="2026-04-08T12:09:05.306" v="14" actId="11529"/>
        <pc:sldMkLst>
          <pc:docMk/>
          <pc:sldMk cId="480339279" sldId="256"/>
        </pc:sldMkLst>
        <pc:spChg chg="mod">
          <ac:chgData name="sudip chakraborty" userId="8930b58911de15c6" providerId="LiveId" clId="{617ADE61-DEC4-43C6-BA53-AB8532397DC4}" dt="2026-04-08T12:08:51.831" v="13" actId="14100"/>
          <ac:spMkLst>
            <pc:docMk/>
            <pc:sldMk cId="480339279" sldId="256"/>
            <ac:spMk id="8" creationId="{14F80F8B-0992-CD71-AE18-1F4F2D8C9C82}"/>
          </ac:spMkLst>
        </pc:spChg>
        <pc:cxnChg chg="mod">
          <ac:chgData name="sudip chakraborty" userId="8930b58911de15c6" providerId="LiveId" clId="{617ADE61-DEC4-43C6-BA53-AB8532397DC4}" dt="2026-04-08T12:08:51.831" v="13" actId="14100"/>
          <ac:cxnSpMkLst>
            <pc:docMk/>
            <pc:sldMk cId="480339279" sldId="256"/>
            <ac:cxnSpMk id="16" creationId="{BCB710F6-8901-7435-A61A-BEC9D592D293}"/>
          </ac:cxnSpMkLst>
        </pc:cxnChg>
        <pc:cxnChg chg="mod">
          <ac:chgData name="sudip chakraborty" userId="8930b58911de15c6" providerId="LiveId" clId="{617ADE61-DEC4-43C6-BA53-AB8532397DC4}" dt="2026-04-08T12:08:51.831" v="13" actId="14100"/>
          <ac:cxnSpMkLst>
            <pc:docMk/>
            <pc:sldMk cId="480339279" sldId="256"/>
            <ac:cxnSpMk id="19" creationId="{CD38BECB-3C63-6019-5AAE-517CD0B639F4}"/>
          </ac:cxnSpMkLst>
        </pc:cxnChg>
        <pc:cxnChg chg="add">
          <ac:chgData name="sudip chakraborty" userId="8930b58911de15c6" providerId="LiveId" clId="{617ADE61-DEC4-43C6-BA53-AB8532397DC4}" dt="2026-04-08T12:09:05.306" v="14" actId="11529"/>
          <ac:cxnSpMkLst>
            <pc:docMk/>
            <pc:sldMk cId="480339279" sldId="256"/>
            <ac:cxnSpMk id="23" creationId="{378D78D1-3C5A-561B-E6AD-EEE6F545C35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FD8EB-8844-1EDB-CB8C-AC6130478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DEABE-CF7C-F382-EFD1-5122368D0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DA50B-5968-4A37-A420-C9F6DC0D3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DEE4-2491-4292-AE85-A1A1ECA3B1C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078A4-3076-CD94-1E5A-38695AD8C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6F796-E6B2-57E7-5885-647590ACA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60569-CA02-4944-956F-37AA2B33D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214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B231E-9CF6-0333-DB33-16BE5DDBA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B72A1-9774-FB85-F9F6-FBCF7A59C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419DC-5378-91D5-0657-7B1E066B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DEE4-2491-4292-AE85-A1A1ECA3B1C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6C982-4EA7-2462-F112-C6E776332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2CD93-58A9-A547-C7E5-EC3AEA866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60569-CA02-4944-956F-37AA2B33D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837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5E00B-0DA8-2FB4-A9D6-67C476909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45002-D654-F6D7-817C-B25401818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F9C49-E46D-FC4D-7478-C4202C3EA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DEE4-2491-4292-AE85-A1A1ECA3B1C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692EB-5F0D-1270-C80E-240AAB0D7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74E14-8474-9D60-8777-3CD549FC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60569-CA02-4944-956F-37AA2B33D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390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2DEA0-CA3A-CF65-EDB2-CB2B5522C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4528B-92A6-2F4A-CAF3-E1B1E466F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75598-CE40-27A5-6194-561BC5558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8F4BA-E0C0-443A-A935-78C575344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DEE4-2491-4292-AE85-A1A1ECA3B1C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565D4-35FE-7847-B96C-AC97FA291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24FA3-7050-4E3F-6D22-DD326656F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60569-CA02-4944-956F-37AA2B33D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286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FF702-0C96-BF03-AC05-12E16C42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2A4D1-CA81-4BFA-5968-57403C0C1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AABE7E-356F-B21C-FBAF-56453E117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4AE51D-6415-D6F1-BBE8-67AD03717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9F600C-52E9-4859-B25D-4A5BB15F00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06ED80-DC44-8A85-C679-24A74F893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DEE4-2491-4292-AE85-A1A1ECA3B1C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2261DE-65B5-42CD-C95E-9E6626B5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27D075-0B58-559D-D6DE-59FC0B9C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60569-CA02-4944-956F-37AA2B33D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217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D1B4-57C5-56DF-AC0E-A560B8702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62649-EBA7-5A27-6E24-AC565235A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DEE4-2491-4292-AE85-A1A1ECA3B1C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CDF511-3648-02AE-1CE1-131C55D6E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B688F-D739-8993-A101-A7D4FB4A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60569-CA02-4944-956F-37AA2B33D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762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17D2F-93D5-0001-2AE1-2355752C8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DEE4-2491-4292-AE85-A1A1ECA3B1C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A18490-0818-D761-B918-2EF4CD9B1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3A57C-9EB1-73E6-0EF7-05EABD0F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60569-CA02-4944-956F-37AA2B33D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119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9ED61-2822-4196-7714-DF049429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A2CCD-D3E7-C449-5182-FD72C3FBC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A692C-54F6-A5C1-D7D9-A9834F0CE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747F4-48B9-4B6C-BA7F-E3206C8E8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DEE4-2491-4292-AE85-A1A1ECA3B1C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6823C-ED9F-CB0D-9258-72653B56A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703BB-B8E3-D814-1C78-25BD8D8E4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60569-CA02-4944-956F-37AA2B33D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786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0B4D7-FD43-F626-0C01-3DC8E0DAB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6A544-8DA3-51FF-E004-E710E2C5CE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8B26B2-8688-7AF5-8C8C-B711BCB6A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73FDD-B595-ABDC-9BF7-91D075594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DEE4-2491-4292-AE85-A1A1ECA3B1C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9B4F6-E73B-C753-F75C-3B3DBDA47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5BA71-1FE8-12FB-4D9B-C63541BB1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60569-CA02-4944-956F-37AA2B33D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40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0DD5F-D150-398F-48E9-95CCA825A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01A51-2021-71AB-D8E8-6B7D4A3FEF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D6DD4-AD3F-E339-6B60-6D835CAF0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DEE4-2491-4292-AE85-A1A1ECA3B1C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78BE2-142A-2F65-E3CF-45790C604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5BC6B-283A-167B-C95C-3AB44FE9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60569-CA02-4944-956F-37AA2B33D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150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A80FDF-C92A-1347-B65D-6CD00F2DC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28A61-F378-B4A0-DEF0-8910A33AB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6B39E-349F-46F4-3BB8-E2D88647F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DEE4-2491-4292-AE85-A1A1ECA3B1C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4AD4F-918D-4D48-BB8F-A6D461D30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F6F66-D024-F55B-177A-E099434B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60569-CA02-4944-956F-37AA2B33D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13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53C699-FD9F-DBD3-7A9B-571D897C3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49289-3EF6-E391-E4E3-7641A8FB5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DC2E3-AFE2-366F-A80A-A3ECCFE14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48DEE4-2491-4292-AE85-A1A1ECA3B1C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489F-5ACA-250A-66DD-8F89C15F1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6F71-830B-5302-1BF7-BE8029C9F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460569-CA02-4944-956F-37AA2B33D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658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4DD730-5A59-BF94-1CA3-72C163A44EAF}"/>
              </a:ext>
            </a:extLst>
          </p:cNvPr>
          <p:cNvSpPr/>
          <p:nvPr/>
        </p:nvSpPr>
        <p:spPr>
          <a:xfrm>
            <a:off x="8040030" y="5267556"/>
            <a:ext cx="1761887" cy="582651"/>
          </a:xfrm>
          <a:prstGeom prst="roundRect">
            <a:avLst>
              <a:gd name="adj" fmla="val 2901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RealHardware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895F9A-62DF-103F-8FB2-2568A6BA8304}"/>
              </a:ext>
            </a:extLst>
          </p:cNvPr>
          <p:cNvSpPr/>
          <p:nvPr/>
        </p:nvSpPr>
        <p:spPr>
          <a:xfrm>
            <a:off x="780589" y="719252"/>
            <a:ext cx="2241392" cy="3429001"/>
          </a:xfrm>
          <a:prstGeom prst="roundRect">
            <a:avLst>
              <a:gd name="adj" fmla="val 1296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UI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0A885F3-0F1E-B67D-8378-EF690E7B5C2D}"/>
              </a:ext>
            </a:extLst>
          </p:cNvPr>
          <p:cNvSpPr/>
          <p:nvPr/>
        </p:nvSpPr>
        <p:spPr>
          <a:xfrm>
            <a:off x="8040030" y="4468154"/>
            <a:ext cx="1761887" cy="479504"/>
          </a:xfrm>
          <a:prstGeom prst="roundRect">
            <a:avLst>
              <a:gd name="adj" fmla="val 179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External sim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40B375-6339-D1A5-D7EA-9F317EC1B2C8}"/>
              </a:ext>
            </a:extLst>
          </p:cNvPr>
          <p:cNvSpPr/>
          <p:nvPr/>
        </p:nvSpPr>
        <p:spPr>
          <a:xfrm>
            <a:off x="7961969" y="3546087"/>
            <a:ext cx="1918010" cy="602166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Inbuilt-Sim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F80F8B-0992-CD71-AE18-1F4F2D8C9C82}"/>
              </a:ext>
            </a:extLst>
          </p:cNvPr>
          <p:cNvSpPr/>
          <p:nvPr/>
        </p:nvSpPr>
        <p:spPr>
          <a:xfrm>
            <a:off x="942280" y="3049858"/>
            <a:ext cx="1756315" cy="618894"/>
          </a:xfrm>
          <a:prstGeom prst="roundRect">
            <a:avLst>
              <a:gd name="adj" fmla="val 2477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Ondatareceive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5C299F2-8BD0-2AD0-C478-01A6D7D84007}"/>
              </a:ext>
            </a:extLst>
          </p:cNvPr>
          <p:cNvSpPr/>
          <p:nvPr/>
        </p:nvSpPr>
        <p:spPr>
          <a:xfrm>
            <a:off x="7002964" y="741553"/>
            <a:ext cx="1918010" cy="641197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Transport object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6AF524F-E87C-5BC5-CE7D-F2999785B63C}"/>
              </a:ext>
            </a:extLst>
          </p:cNvPr>
          <p:cNvSpPr/>
          <p:nvPr/>
        </p:nvSpPr>
        <p:spPr>
          <a:xfrm>
            <a:off x="4004217" y="811245"/>
            <a:ext cx="1756315" cy="618894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DataGrid Row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8EB87D-5237-7659-3C4C-71D37CB5DAE7}"/>
              </a:ext>
            </a:extLst>
          </p:cNvPr>
          <p:cNvCxnSpPr>
            <a:stCxn id="10" idx="3"/>
            <a:endCxn id="9" idx="1"/>
          </p:cNvCxnSpPr>
          <p:nvPr/>
        </p:nvCxnSpPr>
        <p:spPr>
          <a:xfrm flipV="1">
            <a:off x="5760532" y="1062152"/>
            <a:ext cx="1242432" cy="585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EBEB67E-806D-62BF-E973-D15476BA2656}"/>
              </a:ext>
            </a:extLst>
          </p:cNvPr>
          <p:cNvCxnSpPr>
            <a:stCxn id="9" idx="2"/>
            <a:endCxn id="7" idx="0"/>
          </p:cNvCxnSpPr>
          <p:nvPr/>
        </p:nvCxnSpPr>
        <p:spPr>
          <a:xfrm>
            <a:off x="7961969" y="1382750"/>
            <a:ext cx="959005" cy="2163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B710F6-8901-7435-A61A-BEC9D592D293}"/>
              </a:ext>
            </a:extLst>
          </p:cNvPr>
          <p:cNvCxnSpPr>
            <a:stCxn id="7" idx="1"/>
            <a:endCxn id="8" idx="3"/>
          </p:cNvCxnSpPr>
          <p:nvPr/>
        </p:nvCxnSpPr>
        <p:spPr>
          <a:xfrm flipH="1" flipV="1">
            <a:off x="2698595" y="3359305"/>
            <a:ext cx="5263374" cy="487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F40FBE7-79AC-FCCF-4F43-8271B816680F}"/>
              </a:ext>
            </a:extLst>
          </p:cNvPr>
          <p:cNvSpPr/>
          <p:nvPr/>
        </p:nvSpPr>
        <p:spPr>
          <a:xfrm>
            <a:off x="4761572" y="4237464"/>
            <a:ext cx="2241392" cy="2060185"/>
          </a:xfrm>
          <a:prstGeom prst="roundRect">
            <a:avLst>
              <a:gd name="adj" fmla="val 1296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Inbuild-form windows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D38BECB-3C63-6019-5AAE-517CD0B639F4}"/>
              </a:ext>
            </a:extLst>
          </p:cNvPr>
          <p:cNvCxnSpPr>
            <a:stCxn id="8" idx="2"/>
            <a:endCxn id="17" idx="1"/>
          </p:cNvCxnSpPr>
          <p:nvPr/>
        </p:nvCxnSpPr>
        <p:spPr>
          <a:xfrm>
            <a:off x="1820438" y="3668752"/>
            <a:ext cx="2941134" cy="1598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78D78D1-3C5A-561B-E6AD-EEE6F545C35E}"/>
              </a:ext>
            </a:extLst>
          </p:cNvPr>
          <p:cNvCxnSpPr>
            <a:stCxn id="5" idx="3"/>
            <a:endCxn id="10" idx="1"/>
          </p:cNvCxnSpPr>
          <p:nvPr/>
        </p:nvCxnSpPr>
        <p:spPr>
          <a:xfrm flipV="1">
            <a:off x="3021981" y="1120692"/>
            <a:ext cx="982236" cy="1313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339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sudip chakraborty</dc:creator>
  <cp:lastModifiedBy>sudip chakraborty</cp:lastModifiedBy>
  <cp:revision>1</cp:revision>
  <dcterms:created xsi:type="dcterms:W3CDTF">2026-04-08T12:06:57Z</dcterms:created>
  <dcterms:modified xsi:type="dcterms:W3CDTF">2026-04-08T12:09:08Z</dcterms:modified>
</cp:coreProperties>
</file>